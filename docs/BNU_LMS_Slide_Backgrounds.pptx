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4192B78-E05A-4199-84D8-ED2E1BF49EA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64E88B-B663-475F-9025-6E277CB202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/>
          <p:cNvSpPr/>
          <p:nvPr/>
        </p:nvSpPr>
        <p:spPr>
          <a:xfrm>
            <a:off x="0" y="0"/>
            <a:ext cx="411120" cy="5143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411480" y="0"/>
            <a:ext cx="54360" cy="5143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7132320" y="0"/>
            <a:ext cx="2011320" cy="164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7498080" y="45720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7863840" y="45720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8229600" y="45720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7680960" y="77724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8046720" y="77724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7498080" y="109728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7863840" y="109728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8229600" y="1097280"/>
            <a:ext cx="82080" cy="82080"/>
          </a:xfrm>
          <a:prstGeom prst="ellipse">
            <a:avLst/>
          </a:prstGeom>
          <a:solidFill>
            <a:srgbClr val="00C2CB">
              <a:alpha val="60000"/>
            </a:srgbClr>
          </a:solidFill>
          <a:ln w="12700">
            <a:solidFill>
              <a:srgbClr val="00C2C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7543800" y="498240"/>
            <a:ext cx="640080" cy="360"/>
          </a:xfrm>
          <a:prstGeom prst="line">
            <a:avLst/>
          </a:prstGeom>
          <a:ln w="19050">
            <a:solidFill>
              <a:srgbClr val="007A8A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7543800" y="1138320"/>
            <a:ext cx="640080" cy="360"/>
          </a:xfrm>
          <a:prstGeom prst="line">
            <a:avLst/>
          </a:prstGeom>
          <a:ln w="19050">
            <a:solidFill>
              <a:srgbClr val="007A8A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7726680" y="818280"/>
            <a:ext cx="356400" cy="360"/>
          </a:xfrm>
          <a:prstGeom prst="line">
            <a:avLst/>
          </a:prstGeom>
          <a:ln w="19050">
            <a:solidFill>
              <a:srgbClr val="007A8A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0" y="4864680"/>
            <a:ext cx="9143640" cy="273960"/>
          </a:xfrm>
          <a:prstGeom prst="rect">
            <a:avLst/>
          </a:prstGeom>
          <a:solidFill>
            <a:srgbClr val="007A8A">
              <a:alpha val="50000"/>
            </a:srgbClr>
          </a:solidFill>
          <a:ln w="12700">
            <a:solidFill>
              <a:srgbClr val="007A8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465840" y="360"/>
            <a:ext cx="4439520" cy="95220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00C2C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65840" y="1384560"/>
            <a:ext cx="5510880" cy="324288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00C2C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65840" y="127440"/>
            <a:ext cx="432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BNU LEARNING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MANAGEMENT SYSTEM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70960" y="1476360"/>
            <a:ext cx="5028840" cy="30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1BE4F0"/>
                </a:solidFill>
                <a:effectLst/>
                <a:uFillTx/>
                <a:latin typeface="Calibri"/>
                <a:ea typeface="Calibri"/>
              </a:rPr>
              <a:t>CampusConnect is a cutting-edge mobile-first Learning Management System designed to streamline academic processes for both students and instructors, offering a seamless and intuitive experience.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endParaRPr lang="en-US" sz="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1BE4F0"/>
                </a:solidFill>
                <a:effectLst/>
                <a:uFillTx/>
                <a:latin typeface="Calibri"/>
                <a:ea typeface="Calibri"/>
              </a:rPr>
              <a:t>CampusConnect aims to set a new standard for academic platforms by focusing on user-centric design and robust software principles through: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1BE4F0"/>
                </a:solidFill>
                <a:effectLst/>
                <a:uFillTx/>
                <a:latin typeface="Calibri"/>
                <a:ea typeface="Calibri"/>
              </a:rPr>
              <a:t>• Prioritizing accessibility and functionality on handheld devices.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1BE4F0"/>
                </a:solidFill>
                <a:effectLst/>
                <a:uFillTx/>
                <a:latin typeface="Calibri"/>
                <a:ea typeface="Calibri"/>
              </a:rPr>
              <a:t>• Integrating all academic functions into one solution.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0" u="none" spc="201" strike="noStrike">
                <a:solidFill>
                  <a:srgbClr val="1BE4F0"/>
                </a:solidFill>
                <a:effectLst/>
                <a:uFillTx/>
                <a:latin typeface="Calibri"/>
                <a:ea typeface="Calibri"/>
              </a:rPr>
              <a:t>• Delivering timely and relevant alerts to keep users informed of any changes.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6273000" y="-4680"/>
            <a:ext cx="287100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LibreOffice/26.2.1.2$Linux_X86_64 LibreOffice_project/5937a82db3889b586a62e0a27a0d74b840403d7c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2026-03-27T22:15:35Z</dcterms:created>
  <dc:creator>PptxGenJS</dc:creator>
  <dc:description/>
  <dc:language>en-US</dc:language>
  <cp:lastModifiedBy/>
  <cp:lastPrinted>2026-03-28T00:28:23Z</cp:lastPrinted>
  <dcterms:modified xsi:type="dcterms:W3CDTF">2026-03-28T00:28:41Z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(16:9)</vt:lpwstr>
  </property>
  <property fmtid="{D5CDD505-2E9C-101B-9397-08002B2CF9AE}" pid="4" name="Slides">
    <vt:i4>3</vt:i4>
  </property>
</Properties>
</file>